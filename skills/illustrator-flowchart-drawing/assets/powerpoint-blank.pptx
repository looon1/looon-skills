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ns0:Relationships xmlns:ns0="http://schemas.openxmlformats.org/package/2006/relationships"><ns0:Relationship Id="rId3" Type="http://schemas.openxmlformats.org/package/2006/relationships/metadata/core-properties" Target="docProps/core.xml" /><ns0:Relationship Id="rId1" Type="http://schemas.openxmlformats.org/officeDocument/2006/relationships/officeDocument" Target="ppt/presentation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41BA0-C477-7DC1-6E16-BE3CFE4ED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5E4C18-3909-CBA6-AA0D-9C8F3FF05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0AC2FD-D994-BF92-DE38-4B35B75FD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39B926-C5EF-AC8B-B417-6A3FCD9D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D4441B-FB68-8604-D05E-AE2B0BC0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197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09AF7-63BA-50CD-103B-0372C302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BEC7CE-DAF1-C72C-8B7B-C2CE3718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4AE56C-A9EF-BC3A-110A-738C44B3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6C678D-5473-9271-6FE0-FA59FDE7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82508-A571-1554-9832-417BD04BC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376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F1286-D6C0-67C0-0EFF-B9C8AA6A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F8B65F-15A8-BD61-0A14-ADD97F796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5C9B87-CF95-7B51-DC85-3879D228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A2A788-AF3D-5E22-DF2A-BE6CC383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B6F8E7-156A-CB9A-8CED-101E9D78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301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24EE6-AE42-E3DB-B082-FD632E59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E817FC-0E35-EE82-368F-083C66945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90E2FD-7CDF-8DFE-50C7-9A9407705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7A246D-4AB9-FB3E-7997-3AE17674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4FFC6-86D6-3662-093E-A911C5F8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5F749A-192E-B697-89BC-8E78A4D0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906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D84D6-1F47-AF13-8F9F-46101EA37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757E11-D500-3F42-1D33-94EC0C5FA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C78542-EDC3-01AF-021B-0C21CB129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875FAD-61F1-ED68-98D0-FAACFE3E6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13698D-DDF2-8D86-D185-F46DF6804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6112E9-487B-524F-406B-BB95DC9B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716FEB-52FE-AD01-D24A-7396A37A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49FADC-C74A-3E1C-4BB5-8A601391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759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65411-6114-7B74-F1AA-6397A74B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9BD5CB-6233-E466-357C-10E8D3D2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0491E4-F206-2774-136A-1E77BE30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E06C3B-76B6-E641-94B3-EF9EE9E5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740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A1AECC-0E08-8571-BA69-923E7853A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92AD9A-3246-C439-E918-8B943CFBA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CA3B16-F685-886A-9BD0-F4FAE7FA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824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3DFB0-DD79-7208-3C2A-B4930C1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75312-1980-84ED-75EB-C8EAC117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7F9910-F2F9-4557-AFD3-D1F4FA2C7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8F1D4F-7738-699E-0BE7-360D00B4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67700D-971D-932D-F251-F353CB648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B71F65-F9CD-619C-986D-36049ECEF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36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8E2AE-04A2-DCA7-B32F-2467CA6A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08F0CD-493E-3CAC-1437-CCBC2A563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AC95D4-F097-F97E-39EB-D19DB9ADC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D57F45-5FFA-EAB4-6FB0-26D0E4587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D70249-557B-B1BA-ED43-1C887AC6A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8599F4-863D-D603-7738-0F565240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245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56A6C-2E00-6469-E52B-4E0C58C0C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9B6DEF-AE57-E1EB-A066-25DAA116A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380B6-36DA-A0E7-14E8-F7BC12F6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E96893-8AFA-FF18-3711-71101856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3DF45E-CD2D-3E34-5090-ED40A8E60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030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4B3EEB-4218-CBEF-BC92-A23EF2A67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255AE5-EAAA-A252-3BE4-5BD31CBF0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2AE6CD-97E7-A8EE-0471-D799A201D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2C9C9-618D-E134-1A5C-4647B629A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F9FC6B-DF16-3C55-27CE-FE1ED96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396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A1F15A-A1DC-28A9-3EA5-8CE2BC8A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8EC59B-A608-8FC8-ABA9-2A428D8F2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C6D2D-4858-232E-FE17-1BB493A03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A0179-BBAA-9248-B2B8-E2439F273CC9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0EE79-1CA4-7453-B373-C363FD55C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BF039-0245-33EF-4B9C-7C24F1772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FE34D-C373-B84F-B4CE-A7277AED6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441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  <ns0:extLst>
      <ns0:ext uri="{BB962C8B-B14F-4D97-AF65-F5344CB8AC3E}">
        <ns2:creationId val="1011977688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4</ns0:Words>
  <ns0:Application>Microsoft Macintosh PowerPoint</ns0:Application>
  <ns0:PresentationFormat>宽屏</ns0:PresentationFormat>
  <ns0:Paragraphs>1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5" baseType="lpstr">
      <ns1:lpstr>等线</ns1:lpstr>
      <ns1:lpstr>等线 Light</ns1:lpstr>
      <ns1:lpstr>Arial</ns1:lpstr>
      <ns1:lpstr>Office 主题​​</ns1:lpstr>
      <ns1:lpstr>PowerPoint 演示文稿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/>
</file>